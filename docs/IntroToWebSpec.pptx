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81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00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6FC"/>
                </a:solidFill>
                <a:latin typeface="Orbitron" pitchFamily="2" charset="0"/>
                <a:ea typeface="Calibri" pitchFamily="34" charset="-122"/>
                <a:cs typeface="Calibri" pitchFamily="34" charset="-120"/>
              </a:rPr>
              <a:t>Web</a:t>
            </a:r>
            <a:r>
              <a:rPr lang="en-US" sz="3600" b="1" dirty="0">
                <a:solidFill>
                  <a:srgbClr val="00CFFF"/>
                </a:solidFill>
                <a:latin typeface="Orbitron" pitchFamily="2" charset="0"/>
                <a:ea typeface="Calibri" pitchFamily="34" charset="-122"/>
                <a:cs typeface="Calibri" pitchFamily="34" charset="-120"/>
              </a:rPr>
              <a:t>-Spec</a:t>
            </a:r>
            <a:endParaRPr lang="en-US" sz="3600" dirty="0">
              <a:solidFill>
                <a:srgbClr val="00CFFF"/>
              </a:solidFill>
              <a:latin typeface="Orbitron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Business Users in the Agentic SDLC</a:t>
            </a:r>
            <a:endParaRPr lang="en-US" sz="1800" dirty="0">
              <a:solidFill>
                <a:srgbClr val="00C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7432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Web-Spec bridges the gap between business stakeholders and AI-powered software development. A user-friendly interface puts the full power of GitHub Copilot into the hands of product managers, analysts, and decision-makers — no IDE required.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468880" cy="2103120"/>
          </a:xfrm>
          <a:prstGeom prst="rect">
            <a:avLst/>
          </a:prstGeom>
          <a:solidFill>
            <a:srgbClr val="1C212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468880" cy="4572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749808" y="2788920"/>
            <a:ext cx="502920" cy="502920"/>
          </a:xfrm>
          <a:prstGeom prst="ellipse">
            <a:avLst/>
          </a:prstGeom>
          <a:solidFill>
            <a:srgbClr val="1F6FEB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4980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Democratized Access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generate specs, PRDs, and technical docs without writing code or opening a terminal.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2560320"/>
            <a:ext cx="2468880" cy="2103120"/>
          </a:xfrm>
          <a:prstGeom prst="rect">
            <a:avLst/>
          </a:prstGeom>
          <a:solidFill>
            <a:srgbClr val="1C212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337560" y="2560320"/>
            <a:ext cx="2468880" cy="4572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538728" y="2788920"/>
            <a:ext cx="502920" cy="502920"/>
          </a:xfrm>
          <a:prstGeom prst="ellipse">
            <a:avLst/>
          </a:prstGeom>
          <a:solidFill>
            <a:srgbClr val="3FB950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53872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204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chained AI agent pipeline — Research → PRD → Tech Docs — mirrors real engineering workflows.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560320"/>
            <a:ext cx="2468880" cy="2103120"/>
          </a:xfrm>
          <a:prstGeom prst="rect">
            <a:avLst/>
          </a:prstGeom>
          <a:solidFill>
            <a:srgbClr val="1C212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126480" y="2560320"/>
            <a:ext cx="2468880" cy="4572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6327648" y="2788920"/>
            <a:ext cx="502920" cy="502920"/>
          </a:xfrm>
          <a:prstGeom prst="ellipse">
            <a:avLst/>
          </a:prstGeom>
          <a:solidFill>
            <a:srgbClr val="BC8CFF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32764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SSE output means instant feedback. Stakeholders see specs materialize in seconds, not days.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GitHub Copilot from a developer tool into a shared team superpower.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0F6FC"/>
                </a:solidFill>
                <a:latin typeface="Orbitron" pitchFamily="2" charset="0"/>
                <a:ea typeface="Calibri" pitchFamily="34" charset="-122"/>
                <a:cs typeface="Calibri" pitchFamily="34" charset="-120"/>
              </a:rPr>
              <a:t>Web</a:t>
            </a:r>
            <a:r>
              <a:rPr lang="en-US" sz="3200" b="1" dirty="0">
                <a:solidFill>
                  <a:srgbClr val="00CFFF"/>
                </a:solidFill>
                <a:latin typeface="Orbitron" pitchFamily="2" charset="0"/>
                <a:ea typeface="Calibri" pitchFamily="34" charset="-122"/>
                <a:cs typeface="Calibri" pitchFamily="34" charset="-120"/>
              </a:rPr>
              <a:t>-Spec</a:t>
            </a:r>
            <a:r>
              <a:rPr lang="en-US" sz="3200" dirty="0">
                <a:solidFill>
                  <a:srgbClr val="00CFFF"/>
                </a:solidFill>
                <a:latin typeface="Orbitron" pitchFamily="2" charset="0"/>
              </a:rPr>
              <a:t> </a:t>
            </a:r>
            <a:r>
              <a:rPr lang="en-US" sz="3200" b="1" dirty="0">
                <a:solidFill>
                  <a:srgbClr val="F0F6FC"/>
                </a:solidFill>
                <a:latin typeface="Orbitron" pitchFamily="2" charset="0"/>
                <a:ea typeface="Calibri" pitchFamily="34" charset="-122"/>
                <a:cs typeface="Calibri" pitchFamily="34" charset="-120"/>
              </a:rPr>
              <a:t>: Technology Stack</a:t>
            </a:r>
            <a:endParaRPr lang="en-US" sz="3200" dirty="0">
              <a:latin typeface="Orbitron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GitHub Copilot Ecosystem + Microsoft Work IQ</a:t>
            </a:r>
            <a:endParaRPr lang="en-US" sz="1600" dirty="0">
              <a:solidFill>
                <a:srgbClr val="00C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74320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640080" y="1577340"/>
            <a:ext cx="4389120" cy="822960"/>
          </a:xfrm>
          <a:prstGeom prst="rect">
            <a:avLst/>
          </a:prstGeom>
          <a:solidFill>
            <a:srgbClr val="1C212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640080" y="1577340"/>
            <a:ext cx="54864" cy="82296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914400" y="16048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892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backbone powering all agents. Provides the LLM intelligence for research, writing, and code generation.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10028"/>
            <a:ext cx="4389120" cy="960120"/>
          </a:xfrm>
          <a:prstGeom prst="rect">
            <a:avLst/>
          </a:prstGeom>
          <a:solidFill>
            <a:srgbClr val="1C212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640080" y="2510028"/>
            <a:ext cx="54864" cy="96012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914400" y="26197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9397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agent framework. Enables custom tool chains, streaming responses, and session management via Express.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78542"/>
            <a:ext cx="4389120" cy="960120"/>
          </a:xfrm>
          <a:prstGeom prst="rect">
            <a:avLst/>
          </a:prstGeom>
          <a:solidFill>
            <a:srgbClr val="1C2128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40080" y="3578542"/>
            <a:ext cx="54864" cy="96012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914400" y="368827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Work IQ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00831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live enterprise context — emails, meetings, documents, Teams chats — so agents produce business-aware specs.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3777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1834948"/>
            <a:ext cx="320040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5486400" y="1834948"/>
            <a:ext cx="45720" cy="54864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5669280" y="1926388"/>
            <a:ext cx="365760" cy="365760"/>
          </a:xfrm>
          <a:prstGeom prst="ellipse">
            <a:avLst/>
          </a:prstGeom>
          <a:solidFill>
            <a:srgbClr val="1F6FEB">
              <a:alpha val="2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669280" y="1926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18806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21275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repo structure &amp; codebase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3653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2520748"/>
            <a:ext cx="320040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5486400" y="2520748"/>
            <a:ext cx="45720" cy="54864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5669280" y="2612188"/>
            <a:ext cx="365760" cy="365760"/>
          </a:xfrm>
          <a:prstGeom prst="ellipse">
            <a:avLst/>
          </a:prstGeom>
          <a:solidFill>
            <a:srgbClr val="3FB950">
              <a:alpha val="2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669280" y="26121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25664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Writer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28133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product requirements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30511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3206548"/>
            <a:ext cx="320040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5486400" y="3206548"/>
            <a:ext cx="45720" cy="54864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5669280" y="3297988"/>
            <a:ext cx="365760" cy="365760"/>
          </a:xfrm>
          <a:prstGeom prst="ellipse">
            <a:avLst/>
          </a:prstGeom>
          <a:solidFill>
            <a:srgbClr val="BC8CFF">
              <a:alpha val="2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669280" y="32979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32522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34991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developer-ready specs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15000" y="37369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</a:rPr>
              <a:t>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3892348"/>
            <a:ext cx="320040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5486400" y="3892129"/>
            <a:ext cx="45720" cy="54864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5669280" y="3983788"/>
            <a:ext cx="365760" cy="365760"/>
          </a:xfrm>
          <a:prstGeom prst="ellipse">
            <a:avLst/>
          </a:prstGeom>
          <a:solidFill>
            <a:srgbClr val="F0883E">
              <a:alpha val="2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5669280" y="39837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72200" y="39380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Writer / Issues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72200" y="41849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stories &amp; GitHub issues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TypeScript</a:t>
            </a: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YAML Configs</a:t>
            </a: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Spaces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255</Words>
  <Application>Microsoft Office PowerPoint</Application>
  <PresentationFormat>On-screen Show (16:9)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Orbitron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Web-Spec</dc:title>
  <dc:subject>PptxGenJS Presentation</dc:subject>
  <dc:creator>Web-Spec Team</dc:creator>
  <cp:lastModifiedBy>Ricardo Covo</cp:lastModifiedBy>
  <cp:revision>2</cp:revision>
  <dcterms:created xsi:type="dcterms:W3CDTF">2026-03-07T20:27:35Z</dcterms:created>
  <dcterms:modified xsi:type="dcterms:W3CDTF">2026-03-07T21:00:26Z</dcterms:modified>
</cp:coreProperties>
</file>